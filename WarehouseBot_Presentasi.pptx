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Node dieksplorasi</c:v>
                </c:pt>
              </c:strCache>
            </c:strRef>
          </c:tx>
          <c:spPr>
            <a:solidFill>
              <a:srgbClr val="32C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2C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962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564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A*</c:v>
                  </c:pt>
                  <c:pt idx="1">
                    <c:v>Dijkstra</c:v>
                  </c:pt>
                  <c:pt idx="2">
                    <c:v>BFS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</c:v>
                </c:pt>
                <c:pt idx="1">
                  <c:v>138</c:v>
                </c:pt>
                <c:pt idx="2">
                  <c:v>152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BD5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6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32C3D"/>
        </a:solidFill>
        <a:ln>
          <a:noFill/>
        </a:ln>
        <a:effectLst/>
      </c:spPr>
    </c:plotArea>
    <c:plotVisOnly val="1"/>
    <c:dispBlanksAs val="span"/>
  </c:chart>
  <c:spPr>
    <a:solidFill>
      <a:srgbClr val="232C3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914400"/>
            <a:ext cx="4754880" cy="4754880"/>
          </a:xfrm>
          <a:prstGeom prst="ellipse">
            <a:avLst/>
          </a:prstGeom>
          <a:solidFill>
            <a:srgbClr val="232C3D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1783080"/>
            <a:ext cx="3017520" cy="3017520"/>
          </a:xfrm>
          <a:prstGeom prst="ellipse">
            <a:avLst/>
          </a:prstGeom>
          <a:solidFill>
            <a:srgbClr val="FF9628"/>
          </a:solidFill>
          <a:ln w="25400">
            <a:solidFill>
              <a:srgbClr val="E07B1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35640" y="2971800"/>
            <a:ext cx="640080" cy="640080"/>
          </a:xfrm>
          <a:prstGeom prst="ellipse">
            <a:avLst/>
          </a:prstGeom>
          <a:solidFill>
            <a:srgbClr val="2A1B0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 AKHIR — ARTIFICIAL INTELLIGENCE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WarehouseBot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Robot Pengantar Barang Otonom di Gudang menggunakan Algoritma A*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 </a:t>
            </a:r>
            <a:pPr indent="0" marL="0">
              <a:buNone/>
            </a:pPr>
            <a:r>
              <a:rPr lang="en-US" sz="1500" b="1" dirty="0">
                <a:solidFill>
                  <a:srgbClr val="32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untuk Searching &amp; Planning / Robotics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7863840" cy="1371600"/>
          </a:xfrm>
          <a:prstGeom prst="roundRect">
            <a:avLst>
              <a:gd name="adj" fmla="val 6000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[No.]  —  Anggota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8006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[Nama Anggota 1]  (NIM)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[Nama Anggota 2]  (NIM)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[Nama Anggota 3]  (NIM)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 Akhir AI 2026  •  WarehouseBot (A*)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Robot Gudang Otonom?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Gudang e-commerce modern menuntut pengambilan dan pengantaran barang yang cepat, akurat, dan hemat jarak. Robot otonom harus mampu merencanakan rute sendiri di antara rak-rak tanpa menabrak dan dengan jarak tempuh seminimal mungkin. Inti masalahnya adalah pencarian jalur (searching) dan perencanaan urutan tugas (planning) — domain inti AI.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223760" y="1463040"/>
            <a:ext cx="4480560" cy="4480560"/>
          </a:xfrm>
          <a:prstGeom prst="roundRect">
            <a:avLst>
              <a:gd name="adj" fmla="val 1837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5236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Kerangka PEAS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52360" y="20574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Performance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235000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jarak tempuh minimal, semua barang terkirim, sedikit node dieksplorasi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52360" y="30175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Environment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52360" y="331012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Gudang grid 15x11; rak = obstacle, lorong bisa dilewati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52360" y="39776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Actuators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52360" y="42702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Penggerak roda robot: atas / bawah / kiri / kanan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52360" y="49377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Sensors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52360" y="523036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grid, posisi robot, lokasi barang &amp; titik antar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3200400" cy="1143000"/>
          </a:xfrm>
          <a:prstGeom prst="roundRect">
            <a:avLst>
              <a:gd name="adj" fmla="val 7200"/>
            </a:avLst>
          </a:prstGeom>
          <a:solidFill>
            <a:srgbClr val="33405A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× 11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peta gudang (sel)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86200" y="3383280"/>
            <a:ext cx="3063240" cy="1143000"/>
          </a:xfrm>
          <a:prstGeom prst="roundRect">
            <a:avLst>
              <a:gd name="adj" fmla="val 7200"/>
            </a:avLst>
          </a:prstGeom>
          <a:solidFill>
            <a:srgbClr val="33405A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86200" y="3520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886200" y="4114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 per misi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cukup berupa software simulasi (sesuai ketentuan panduan).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 Akhir AI 2026  •  WarehouseBot (A*)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3840480"/>
          </a:xfrm>
          <a:prstGeom prst="roundRect">
            <a:avLst>
              <a:gd name="adj" fmla="val 2278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914400" cy="914400"/>
          </a:xfrm>
          <a:prstGeom prst="ellipse">
            <a:avLst/>
          </a:prstGeom>
          <a:solidFill>
            <a:srgbClr val="FF962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robot menemukan jalur TERPENDEK dari posisinya ke setiap barang dan ke titik antar, tanpa menabrak rak?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611880" cy="3840480"/>
          </a:xfrm>
          <a:prstGeom prst="roundRect">
            <a:avLst>
              <a:gd name="adj" fmla="val 2278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965960"/>
            <a:ext cx="914400" cy="914400"/>
          </a:xfrm>
          <a:prstGeom prst="ellipse">
            <a:avLst/>
          </a:prstGeom>
          <a:solidFill>
            <a:srgbClr val="FF9628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17720" y="31546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menentukan URUTAN pengambilan barang agar total jarak tempuh seluruh misi seminimal mungkin?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611880" cy="3840480"/>
          </a:xfrm>
          <a:prstGeom prst="roundRect">
            <a:avLst>
              <a:gd name="adj" fmla="val 2278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1965960"/>
            <a:ext cx="914400" cy="914400"/>
          </a:xfrm>
          <a:prstGeom prst="ellipse">
            <a:avLst/>
          </a:prstGeom>
          <a:solidFill>
            <a:srgbClr val="FF9628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12480" y="31546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menjamin solusi bersifat OPTIMAL &amp; LENGKAP, serta efisien dibanding pencarian buta (brute force)?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 Akhir AI 2026  •  WarehouseBot (A*)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USULAN SOLUSI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Algoritma A* + Greedy Nearest-Neighbor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 jalur tiap segmen memakai A*; urutan kunjungan barang ditentukan dengan greedy nearest-neighbor berdasar jarak A* nyata.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A*, bukan teknik lain?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8620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/ DFS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11880" y="286207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boros memori &amp; tak berbobot; DFS tidak menjamin jalur terpendek.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776472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941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3941064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Optimal, tapi menyebar ke segala arah — eksplorasi node jauh lebih banyak.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855464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502005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(dipilih)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502005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&amp; complete dengan heuristik admissible, TERARAH ke tujuan → paling efisien.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 Akhir AI 2026  •  WarehouseBot (A*)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 yang Dapat Diukur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rgbClr val="FF962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A*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jalur terpendek 4-arah antar dua titik di peta.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856232"/>
            <a:ext cx="502920" cy="502920"/>
          </a:xfrm>
          <a:prstGeom prst="ellipse">
            <a:avLst/>
          </a:prstGeom>
          <a:solidFill>
            <a:srgbClr val="FF9628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Perencanaan multi-order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514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5 barang lalu mengantar ke titik packing dalam satu misi.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856232"/>
            <a:ext cx="502920" cy="502920"/>
          </a:xfrm>
          <a:prstGeom prst="ellipse">
            <a:avLst/>
          </a:prstGeom>
          <a:solidFill>
            <a:srgbClr val="FF9628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5256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proses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2514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node yang dieksplorasi + jalur optimal secara real-time.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005072"/>
            <a:ext cx="502920" cy="502920"/>
          </a:xfrm>
          <a:prstGeom prst="ellipse">
            <a:avLst/>
          </a:prstGeom>
          <a:solidFill>
            <a:srgbClr val="FF9628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kinerja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663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panjang jalur &amp; jumlah node dieksplorasi ditampilkan di layar.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43400" y="374904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005072"/>
            <a:ext cx="502920" cy="502920"/>
          </a:xfrm>
          <a:prstGeom prst="ellipse">
            <a:avLst/>
          </a:prstGeom>
          <a:solidFill>
            <a:srgbClr val="FF9628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5780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acak (uji)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4663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R mengacak lokasi barang untuk menguji robustness.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38160" y="374904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005072"/>
            <a:ext cx="502920" cy="502920"/>
          </a:xfrm>
          <a:prstGeom prst="ellipse">
            <a:avLst/>
          </a:prstGeom>
          <a:solidFill>
            <a:srgbClr val="FF9628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5256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interaktif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0" y="4663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Jeda / lanjut animasi; keluar kapan saja.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 Akhir AI 2026  •  WarehouseBot (A*)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ALGORITMA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Kerja A*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33405A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= g(n) + h(n)</a:t>
            </a:r>
            <a:endParaRPr lang="en-US" sz="22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A97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= biaya nyata dari start   •   h = jarak Manhattan ke tujuan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Masukkan start ke priority queue (urut f terkecil).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Ambil node f terkecil; jika = tujuan → rekonstruksi jalur.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Untuk tiap tetangga valid, hitung g baru; simpan bila lebih murah.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Heuristik Manhattan admissible → hasil dijamin OPTIMAL.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51663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AI: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(peta + order)  →  Planning (A* + urutan)  →  Output (rute + animasi)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0" descr="sim_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37360"/>
            <a:ext cx="4892040" cy="35844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0" y="53949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simulasi: garis kuning = jalur optimal, sel biru = node dieksplorasi, oranye = robot.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 Akhir AI 2026  •  WarehouseBot (A*)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EVALUASI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Mengukur Keberhasilan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852160" cy="4023360"/>
          </a:xfrm>
          <a:prstGeom prst="roundRect">
            <a:avLst>
              <a:gd name="adj" fmla="val 2045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eksplorasi (lebih sedikit = lebih baik)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219456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583680" y="1645920"/>
            <a:ext cx="5074920" cy="932688"/>
          </a:xfrm>
          <a:prstGeom prst="roundRect">
            <a:avLst>
              <a:gd name="adj" fmla="val 8824"/>
            </a:avLst>
          </a:prstGeom>
          <a:solidFill>
            <a:srgbClr val="33405A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12280" y="1764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Optimalitas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1228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Panjang jalur = jalur terpendek sebenarnya (terbukti via uji 200 pasang titik).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83680" y="2670048"/>
            <a:ext cx="5074920" cy="932688"/>
          </a:xfrm>
          <a:prstGeom prst="roundRect">
            <a:avLst>
              <a:gd name="adj" fmla="val 8824"/>
            </a:avLst>
          </a:prstGeom>
          <a:solidFill>
            <a:srgbClr val="33405A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12280" y="2788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812280" y="3081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node dieksplorasi jauh &lt; Dijkstra/BFS untuk jalur yang sama.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0" y="3694176"/>
            <a:ext cx="5074920" cy="932688"/>
          </a:xfrm>
          <a:prstGeom prst="roundRect">
            <a:avLst>
              <a:gd name="adj" fmla="val 8824"/>
            </a:avLst>
          </a:prstGeom>
          <a:solidFill>
            <a:srgbClr val="33405A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12280" y="3813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Kelengkapan misi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812280" y="4105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barang berhasil diambil &amp; diantar ke titik packing.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0" y="4718304"/>
            <a:ext cx="5074920" cy="932688"/>
          </a:xfrm>
          <a:prstGeom prst="roundRect">
            <a:avLst>
              <a:gd name="adj" fmla="val 8824"/>
            </a:avLst>
          </a:prstGeom>
          <a:solidFill>
            <a:srgbClr val="33405A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12280" y="48371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812280" y="51297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menemukan rute valid untuk konfigurasi barang acak (tombol R).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 Akhir AI 2026  •  WarehouseBot (A*)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TUGAS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Pembagian Kerja Tim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5943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Anggota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Tanggung Jawab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62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BD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[Anggota 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BD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Engineer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BD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Implementasi A* (astar.py), heuristik, &amp; uji optimalitas.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BD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[Anggota 2]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BD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Developer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BD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Lingkungan gudang &amp; visualisasi Pygame (warehouse.py, main.py).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BD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[Anggota 3]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BD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 &amp; Evaluator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BD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planner (urutan order), metrik evaluasi, &amp; dokumentasi.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BD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Bersama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BD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Presentasi &amp; Laporan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BD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Penyusunan PPT, uji coba akhir, dan latihan presentasi.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ganti [Anggota x] dengan nama &amp; NIM anggota kelompok Anda.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 Akhir AI 2026  •  WarehouseBot (A*)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PENGERJAAN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Rencana Per Hari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640080" cy="640080"/>
          </a:xfrm>
          <a:prstGeom prst="ellipse">
            <a:avLst/>
          </a:prstGeom>
          <a:solidFill>
            <a:srgbClr val="FF962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ke-1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22219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Finalisasi topik &amp; desain peta gudang; setup repositori.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93392"/>
            <a:ext cx="640080" cy="640080"/>
          </a:xfrm>
          <a:prstGeom prst="ellipse">
            <a:avLst/>
          </a:prstGeom>
          <a:solidFill>
            <a:srgbClr val="FF9628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ke-2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15200" y="22219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algoritma A* + heuristik Manhattan.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410712"/>
            <a:ext cx="640080" cy="640080"/>
          </a:xfrm>
          <a:prstGeom prst="ellipse">
            <a:avLst/>
          </a:prstGeom>
          <a:solidFill>
            <a:srgbClr val="FF962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10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ke-3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00200" y="363931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planner (urutan pengambilan) &amp; integrasi A*.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10896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410712"/>
            <a:ext cx="640080" cy="640080"/>
          </a:xfrm>
          <a:prstGeom prst="ellipse">
            <a:avLst/>
          </a:prstGeom>
          <a:solidFill>
            <a:srgbClr val="FF9628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410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ke-4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315200" y="363931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visualisasi Pygame &amp; animasi robot.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828032"/>
            <a:ext cx="640080" cy="640080"/>
          </a:xfrm>
          <a:prstGeom prst="ellipse">
            <a:avLst/>
          </a:prstGeom>
          <a:solidFill>
            <a:srgbClr val="FF962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28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0020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ke-5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600200" y="505663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Pengujian, metrik evaluasi, &amp; perbaikan bug.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452628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232C3D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4828032"/>
            <a:ext cx="640080" cy="640080"/>
          </a:xfrm>
          <a:prstGeom prst="ellipse">
            <a:avLst/>
          </a:prstGeom>
          <a:solidFill>
            <a:srgbClr val="FF9628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828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1520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ke-6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315200" y="505663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Penyusunan PPT, dokumentasi, &amp; latihan presentasi.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 Akhir AI 2026  •  WarehouseBot (A*)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232C3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232C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58368" y="3337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WarehouseBot — pencarian &amp; perencanaan rute robot gudang dengan A*.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source code siap dijalankan:  python main.py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 Akhir AI 2026  •  WarehouseBot (A*)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WarehouseBot - Simulasi Robot Gudang A*</dc:title>
  <dc:subject>PptxGenJS Presentation</dc:subject>
  <dc:creator>Kelompok AI</dc:creator>
  <cp:lastModifiedBy>Kelompok AI</cp:lastModifiedBy>
  <cp:revision>1</cp:revision>
  <dcterms:created xsi:type="dcterms:W3CDTF">2026-06-24T10:35:44Z</dcterms:created>
  <dcterms:modified xsi:type="dcterms:W3CDTF">2026-06-24T10:35:44Z</dcterms:modified>
</cp:coreProperties>
</file>